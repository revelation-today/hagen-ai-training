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session we got a network to train. Today we turn "it trains" into "it's actually good" — and, more importantly, learn to tell the difference. This is the session where ML starts to look like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moves. We'll deliberately break a model, fix it three ways, tune its knobs, then switch datasets and learn to read a confusion matrix. Colab open now — link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thesis. A large network can hit 100% on training data by memorising it — that's not learning, it's a photographic memory for the answer key. The entire session is about seeing past that flattering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We'll cripple the training set to 60 rows, use an oversized net, train 300 epochs. Watch the two curves. Early on they move together — that's real learning. Then they split — that's memorisation. Point at the gap when it appears in the lab.</a:t>
            </a:r>
          </a:p>
          <a:p/>
          <a:p>
            <a:r>
              <a:t>--- Mermaid source 1 (render and place on the diagram box) ---</a:t>
            </a:r>
          </a:p>
          <a:p>
            <a:r>
              <a:t>xychart-beta</a:t>
            </a:r>
          </a:p>
          <a:p>
            <a:r>
              <a:t>    title "Forced overfit: accuracy vs. epoch"</a:t>
            </a:r>
          </a:p>
          <a:p>
            <a:r>
              <a:t>    x-axis "Epoch" [10, 40, 80, 150, 300]</a:t>
            </a:r>
          </a:p>
          <a:p>
            <a:r>
              <a:t>    y-axis "Accuracy" 0.7 --&gt; 1.0</a:t>
            </a:r>
          </a:p>
          <a:p>
            <a:r>
              <a:t>    line "Train" [0.78, 0.91, 0.97, 1.00, 1.00]</a:t>
            </a:r>
          </a:p>
          <a:p>
            <a:r>
              <a:t>    line "Validation" [0.77, 0.88, 0.90, 0.90, 0.89]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Regression stays a straight line no matter what — resilient to overfitting, but limited. A neural net can bend to fit anything, including noise. Same property that makes them powerful makes them memorise. That's the trade-off.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LR</a:t>
            </a:r>
          </a:p>
          <a:p>
            <a:r>
              <a:t>    U["UNDERFIT&lt;br/&gt;high bias&lt;br/&gt;train low, test low"] --&gt;|add capacity| G["GOOD FIT&lt;br/&gt;test ≈ train, both high"]</a:t>
            </a:r>
          </a:p>
          <a:p>
            <a:r>
              <a:t>    G --&gt;|"too much capacity&lt;br/&gt;/ epochs / too little data"| O["OVERFIT&lt;br/&gt;high variance&lt;br/&gt;train ~100%, test lower"]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of preference. Data is strongest but expensive. Dropout randomly disables neurons so no one neuron can memorise — expect training accuracy to drop, that's it working. Early stopping is nearly free; always use restore_best_weights=True.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S["Train high, val lower"] --&gt; D{"More data available?"}</a:t>
            </a:r>
          </a:p>
          <a:p>
            <a:r>
              <a:t>    D --&gt;|Yes| M["MORE DATA (strongest)"]</a:t>
            </a:r>
          </a:p>
          <a:p>
            <a:r>
              <a:t>    D --&gt;|No| C["DROPOUT / shrink net"]</a:t>
            </a:r>
          </a:p>
          <a:p>
            <a:r>
              <a:t>    M --&gt; E["EARLY STOPPING (always on)"]</a:t>
            </a:r>
          </a:p>
          <a:p>
            <a:r>
              <a:t>    C --&gt; E</a:t>
            </a:r>
          </a:p>
          <a:p>
            <a:r>
              <a:t>    E --&gt; R["Re-measure the gap"]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the room will see in Cell 8. More data closed the gap almost entirely; dropout pushed validation above training; early stopping cost the least effort. In real work you combine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rate is the one that most often decides whether training works at all. If loss goes to NaN, it's too high — first thing to check. Tune it by factors of 3–10, not small nudges. We'll sweep it live and read the validation column.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L{"Loss curve?"} --&gt;|"spiky / NaN"| H["LR too HIGH → ÷3–10"]</a:t>
            </a:r>
          </a:p>
          <a:p>
            <a:r>
              <a:t>    L --&gt;|"falls too slowly"| Lo["LR too LOW → ×3, or +epochs"]</a:t>
            </a:r>
          </a:p>
          <a:p>
            <a:r>
              <a:t>    L --&gt;|"smooth then flat"| F{"Both plateau low?"}</a:t>
            </a:r>
          </a:p>
          <a:p>
            <a:r>
              <a:t>    F --&gt;|Yes| UF["UNDERFIT → bigger net"]</a:t>
            </a:r>
          </a:p>
          <a:p>
            <a:r>
              <a:t>    F --&gt;|"train≫val"| OF["OVERFIT → see slide 6"]</a:t>
            </a:r>
          </a:p>
          <a:p>
            <a:r>
              <a:t>    F --&gt;|"both high"| OK["Good. Stop."]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Paraphrase the parable (concept from Nield's deck, in our words). A model that predicts only "Michael quits" is wrong about Michael and wrong about the actual quitter — yet 98% accurate because it nailed the 98 uneventful people. Rare events — disease, fraud, breaches, failures — are exactly where this bites.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prediction lands in one of four cells. The two error cells are not interchangeable — a missed tumour (FN) and a false alarm (FP) have wildly different costs. Accuracy blends all four into one number and hides which mistakes you made.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P["A prediction"] --&gt; A{"Actual?"}</a:t>
            </a:r>
          </a:p>
          <a:p>
            <a:r>
              <a:t>    A --&gt;|Positive| AP{"Predicted?"}</a:t>
            </a:r>
          </a:p>
          <a:p>
            <a:r>
              <a:t>    A --&gt;|Negative| AN{"Predicted?"}</a:t>
            </a:r>
          </a:p>
          <a:p>
            <a:r>
              <a:t>    AP --&gt;|Pos| TP["TRUE POSITIVE"]</a:t>
            </a:r>
          </a:p>
          <a:p>
            <a:r>
              <a:t>    AP --&gt;|Neg| FN["FALSE NEGATIVE (missed)"]</a:t>
            </a:r>
          </a:p>
          <a:p>
            <a:r>
              <a:t>    AN --&gt;|Pos| FP["FALSE POSITIVE (false alarm)"]</a:t>
            </a:r>
          </a:p>
          <a:p>
            <a:r>
              <a:t>    AN --&gt;|Neg| TN["TRUE NEGATIVE"]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 precision = noisy, false alarms. Low recall = misses things. You usually can't max both — lowering the threshold raises recall and lowers precision. For a cancer screen you deliberately favour recall. The threshold (default 0.5) is a dial you own, not a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code as the colour model, new dataset, real stakes. Accuracy looks great; the matrix shows 3 missed cancers. Is 93% recall acceptable? That's a decision, not a number — and no accuracy figure could have told you. Also flag the trap: sklearn encodes malignant = 0, so "class 1" is benign — confirm which class is positive before trusting any recall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deliverable for the non-coders in the room. A bare accuracy figure cannot survive these five questions. This is exactly the toolkit Session 13 turns on a vendor's "99% accurate" pitch — and it's why the workflow (load→scale→split→build→fit→measure honestly) transfers to any dataset.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LR</a:t>
            </a:r>
          </a:p>
          <a:p>
            <a:r>
              <a:t>    N["'96% accurate'"] --&gt; Q1["Which data?"] --&gt; Q2["Base rate?"] --&gt; Q3["Confusion matrix?"] --&gt; Q4["Which error costs more?"] --&gt; Q5["Precision &amp; recall?"] --&gt; D["Now decide."]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five questions against a real or hypothetical vendor claim. Segue to Session 13: this is where "your metric is lying"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notebook is a reusable template — swap the dataset and the seven steps hold. Attribution and licences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2A37"/>
                </a:solidFill>
                <a:latin typeface="Segoe UI"/>
              </a:rPr>
              <a:t>Hands-On II: Make It Better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703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Session 8 of 16  ·  Do it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AI Training Series  ·  45 min + 15 min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Overfit it → Fix it → Tune it → Measure it → Prove it transfers. (Lab-driven; type along in Colab.)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uncomfortable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"A high training accuracy proves nothing."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It can mean learned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or it can mean memorised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only a held-out test set tells them apart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today: how to tell, and what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our 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Overfitting, made visible (sets up Lab Part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"Overfitting is two lines splitting apart."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Train accuracy climbs to ~1.0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validation flattens below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the gap is the overfit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recipe to force it: little data + big net + many epochs</a:t>
            </a:r>
          </a:p>
        </p:txBody>
      </p:sp>
      <p:sp>
        <p:nvSpPr>
          <p:cNvPr id="5" name="Rounded Rectangle 4" descr="Diagram: Overfitting, made visible (sets up Lab Part 1)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10, 40, 80, 150, 300  →  0.78, 0.91, 0.97, 1.00, 1.00  →  0.77, 0.88, 0.90, 0.90, 0.89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our own (illustrative values). Label lines with text, not colour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Bias vs. variance (why nets overfit)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"Neural nets overfit because they're flexible."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High bias = too rigid (underfit)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high variance = too flexible (overfit)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linear/logistic = resilient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deep nets = prone. Flexibility is the feature and the hazard</a:t>
            </a:r>
          </a:p>
        </p:txBody>
      </p:sp>
      <p:sp>
        <p:nvSpPr>
          <p:cNvPr id="5" name="Rounded Rectangle 4" descr="Diagram: Bias vs. variance (why nets overfit)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UNDERFIT high bias train low, test low  →  GOOD FIT test ≈ train, both high  →  OVERFIT high variance train ~100%, test lower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our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Fix it three ways (debriefs Lab 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"Close the gap: more data, dropout, early stopping."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More data — the real cure (if representative)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Dropout — regularise capacity you can't remove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Early stopping — stop at the validation-loss minimum (turn it on by default)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change one, re-measure the gap</a:t>
            </a:r>
          </a:p>
        </p:txBody>
      </p:sp>
      <p:sp>
        <p:nvSpPr>
          <p:cNvPr id="5" name="Rounded Rectangle 4" descr="Diagram: Fix it three ways (debriefs Lab Part 2)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Train high, val lower  →  MORE DATA (strongest)  →  DROPOUT / shrink net  →  EARLY STOPPING (always on)  →  Re-measure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our own; API is Keras (Apache-2.0).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scoreboard (the Lab Part 2 payoff)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"Every fix shrank the gap."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our own (illustrative).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Tune the knobs (sets up Lab Part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"Three knobs, a failure mode at each extreme."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Learning rate — too high diverges (NaN), too low crawls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Epochs — let early stopping choose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Network size — too small underfits, too big overfits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change ONE, watch the honest number</a:t>
            </a:r>
          </a:p>
        </p:txBody>
      </p:sp>
      <p:sp>
        <p:nvSpPr>
          <p:cNvPr id="5" name="Rounded Rectangle 4" descr="Diagram: Tune the knobs (sets up Lab Part 3)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LR too HIGH → ÷3–10  →  LR too LOW → ×3, or +epochs  →  UNDERFIT → bigger net  →  OVERFIT → see slide 6  →  Good.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our 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Accuracy is a headline, not the story (sets up Lab Part 5 / content 04)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"A model can be 98% accurate and 0% useful."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"predict Michael" parable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1 quitter in 100, model gets every real case wrong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still reports 98%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when the event is rare, accuracy rewards ignoring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concept paraphrased from O'Reilly DL Day 3 (LINK-ONLY) — do not reproduce their slide; our retelling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"Count the four outcomes separately."</a:t>
            </a:r>
          </a:p>
        </p:txBody>
      </p:sp>
      <p:sp>
        <p:nvSpPr>
          <p:cNvPr id="5" name="Rounded Rectangle 4" descr="Diagram: The confusion matrix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A prediction  →  TRUE POSITIVE  →  FALSE NEGATIVE (missed)  →  FALSE POSITIVE (false alarm)  →  TRUE 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our own; concept standard.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Precision vs. recall (the one distinction)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"Precision = trust a 'yes'. Recall = catch them all."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Precision = TP/(TP+FP) — of flagged, how many real?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Recall = TP/(TP+FN) — of real, how many caught?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they trade off via the threshold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F1 = harmonic mean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which matters = which error costs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our own (illustrative); metrics via scikit-learn (BSD-3).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Does it actually work? (the Lab Part 5 reveal)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"96% accurate — and it missed 3 of 43 cancers."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 breast-cancer dataset + metrics (BSD-3); numbers illustrative.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Five questions for any reported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"You'll use these in every model review."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1) On which data?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2) What's the base rate?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3) Show the confusion matrix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4) Which error costs more?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5) Precision &amp; recall on the class we care about?</a:t>
            </a:r>
          </a:p>
        </p:txBody>
      </p:sp>
      <p:sp>
        <p:nvSpPr>
          <p:cNvPr id="5" name="Rounded Rectangle 4" descr="Diagram: Five questions for any reported number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'96% accurate'  →  Which data?  →  Base rate?  →  Confusion matrix?  →  Which error costs more?  →  Precision &amp; recall?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our 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Discussion / poll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"A vendor says their model is 97% accurate.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What do you ask?" (+ the live polls from ../exercises/discussion.md)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Resources &amp; credits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lab notebook link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scikit-learn (BSD-3)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TensorFlow/Keras (Apache-2.0)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Google Colab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source-deck credit (link-only)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full list in ../resources/sources.md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8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attributions per ../resources/sources.md.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