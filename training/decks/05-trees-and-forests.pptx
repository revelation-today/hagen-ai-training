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session as the deliberate opposite of the black-box LLM. This is the one mainstream method whose reasoning you can read end to end — which is exactly what release/problem/config work needs. We'll build a tree, see how it thinks, then make it reliable with a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Gini segment as the arithmetic-heavy stretch; promise it's one formula reused. 45 min + 15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room: when a model tells you something, can you defend it in a change review? With most models, no. With a tree, you hand over the exact rule path. That difference is the whole session. Don't oversell accuracy — trees aren't the most accurate; they're the most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here has followed a troubleshooting runbook — same structure. The new idea: the machine learns the questions and their order from data. No arithmetic to predict — just follow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briefly. This is the canonical teaching set (Han &amp; Kamber). We'll compute the actual splits next slide, by hand. Keep it on screen — we build on it for three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prediction live: senior + fair credit → yes, and we can say why. Flag the senior/excellent-credit → no branch as exactly the kind of odd pattern you can see only because the model is readable. Hold that for the interpretability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spine: regression minimises MSE, classification minimises log-loss, trees minimise Gini. One recurring idea — "reduce the cost" — new costume. This de-mystifies the whole method: it's a cost-minimiser like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one-breath intuition: it's how often you'd be wrong labelling by the group's own mix. Correct the source-deck error out loud — a pure split is Gini 0, not 0.5. Show the small table of makeups → Gini.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age split: youth 0.48, middle-aged 0.00 (pure!), senior 0.48, weighted 0.343. That beats all others, so age is the root — the machine tried all four and this cut the cost most. This is the entire decision rule,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audience knows "great in the demo, worse live." A full-grown single tree is the archetype. Two swapped rows can flip a branch — high variance. You can limit depth, but there's a stronger fix: average many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Averaging only helps if the trees err differently. Two independent randomisers create that: bootstrap sampling and per-split feature subsets. Define bagging = Bootstrap AGGregatING. This is a random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replacement: some rows twice, some never. The never-picked ~37% is out-of-bag and becomes free validation next slide. This is the one bit of arithmetic behind OOB.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practical payoff of the 37%. OOB usually tracks a real test score closely; in the demo OOB 0.96 vs test 0.97. Caveat: noisy with few trees — report a proper test number when it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central trade of the session. A forest is more accurate and stable but you've traded away the per-prediction reasoning that made one tree special. Set up interpretability as the deciding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importances are a genuine model-level explanation, but the built-in MDI over-rates high-cardinality features. For anything you'll defend, use permutation importance on held-out data. Honesty here matches the course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 "interpretable" into deliverables this room already produces. The senior/credit branch is the live example: readable → a human can question it. An LLM gives a fluent story that may not be the real reason; a tree's explanation is its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honest counter-argument too: a single tree is often less accurate; a forest already sacrifices most readability; interpretable ≠ correct/fair. Interpretability is a tool for oversight, not a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Either run exercises/lab.md Parts 1–3 live, or show the r2d3.us visual intro as a live demo (LINK-ONLY — run it, do not screenshot). Fallback: static plot_tree figure (BSD-3, embeddable).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one-thing line: an explanation you can check beats an answer you have to trust. Point to content/99 for the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"where would an unreadable model be unacceptable in your work?" prompt. List scikit-learn (BSD-3), and the link-only reading (StatQuest, r2d3).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2A37"/>
                </a:solidFill>
                <a:latin typeface="Segoe UI"/>
              </a:rPr>
              <a:t>Methods III: Decision Trees &amp; Random Forests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703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Session 5 of 16  ·  Methods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AI Training Series  ·  45 min + 15 min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7-row agenda from README.md (Hook → flowchart → Gini → overfit → forest → why-it-matters → recap).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Hook: the model that shows its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"Every other model gives you an answer. A tree gives you the reason."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LLM: fluent answer, no readable why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Tree: read every decision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For audit/root-cause/review, that's the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 tree is a learned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 decision tree is a flowchart the machine writes itself."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root = first question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internal = follow-ups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leaf = prediction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predict = walk root→leaf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machine picks the questions, not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Worked example: "will they buy a computer?"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"14 past customers → a flowchart that predicts the next one."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4 features (age, income, student, credit)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label = buys?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9 yes / 5 no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goal: predict an unseen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dataset is a standard textbook example; table is our own rendering — safe.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tree the machine learns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"Read it as English: middle-aged always bought; youth depends on student; seniors on credit."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one path per customer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different customers, different questions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note the counter-intuitive senior/credit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How does it choose the first question?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"It picks the question that makes the groups least mixed."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need a score for "mixed"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that score = Gini impurity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same cost/distance idea as everywhere in this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Gini impurity, defined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"Gini = 1 − Σ pᵢ² : 0 is pure, 0.5 is a coin-flip."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= chance of mislabelling a random pick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pure group → 0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50/50 → 0.5 (most costly)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Scoring the root split (the money slide)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"age wins: its children are the least mixed (weighted Gini 0.343)."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root Gini 0.459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age → 0.343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student 0.367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credit 0.429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income 0.440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One tree memorises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"Grown freely, a tree scores 100% on training — and falls over in production."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splits until every leaf is pure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low bias, HIGH variance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train 1.00 / test 0.91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classic lab-vs-prod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numbers from scikit-learn demo — tag scikit-learn, BSD-3.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fix: grow many different trees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"Average many trees that make different mistakes, and the noise cancels."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needs diversity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trick 1: bootstrap (different data)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trick 2: random features per split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then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Bootstrap → the free 37%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"Sample with replacement, and ~37% of rows sit out each tree."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bootstrap = N draws, with replacement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~63% used, ~37% left out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(1−1/N)^N → 1/e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left-out = out-of-bag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Out-of-bag error: validation for free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"Score each row using only the trees that never saw it — no holdout needed."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per row, ask its OOB trees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their vote = honest prediction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average = OOB error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one flag: oob_score=True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Forest beats tree — at a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"The forest wins accuracy and stability — and loses the readable path."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test 0.91 → 0.97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variance averaged away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but you can't read 100 trees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only feature importances survive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What survives: feature importances (with caveats)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"You lose the path, you keep the ranking — but don't over-trust it."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importances = total Gini removed per feature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MDI biased to high-cardinality features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prefer permutation importance for real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scikit-learn, BSD-3.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Interpretability, made concrete for your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"An explanation you can check beats an answer you have to trust."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justify a change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root-cause a bad call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satisfy an auditor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catch a spurious rule before prod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let an expert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When to reach for which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"Tree first when it must be defensible; forest for accuracy behind a human gate; black box only when the problem is perceptual."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must justify each decision? → tree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need accuracy + can review? → forest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images/text/signals? → NN/LLM +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Live demo cue (optional, 2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"See a tree think — and confirm the hand-maths in code."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scikit-learn: root Gini 0.4592, root = age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one tree overfits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forest + OOB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plot_tree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 plot_tree scikit-learn, BSD-3; r2d3 live-demo/link only — do not embed.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Recap /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 tree shows its work; a forest makes it reliable; you choose which you need."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Gini = 1−Σp² (0 pure, 0.5 mixed)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one tree overfits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forest = bootstrap+vote, OOB free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tree = readable, forest = accurate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Q&amp;A / discussion +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discussion prompts (from exercises/discussion.md) + resources with licence tags (from resources/sources.md).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5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attributions per resources/sources.md. --- ### Deck-builder checklist (this session) - [ ] 16 content sli…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