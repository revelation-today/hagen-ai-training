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of the four "methods" sessions. Last time, labelled data. Today, no labels — and the pay-off is a tool you can point at your own configs and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methods in 45 minutes — intuition plus one worked example each, not exhaustive. Depth is in the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problem the audience actually has. The genuinely dangerous incident is the one you've never seen — so you can't have a labelled example of it. That's why we need learning that works without answers. Park the answer (anomaly detection) — we'll earn it in 40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contrast table. The trade is real: you avoid the labelling bottleneck but you inherit the burden of deciding whether the structure means anything. Keep that tension — it's the honest core of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session is one of two moves. Clustering: which records belong together. Dimensionality reduction: describe each record in fewer numbers. Everything named today hangs off this tree.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TD</a:t>
            </a:r>
          </a:p>
          <a:p>
            <a:r>
              <a:t>    U["Unsupervised (no labels)"] --&gt; C["Clustering&lt;br/&gt;group similar rows"]</a:t>
            </a:r>
          </a:p>
          <a:p>
            <a:r>
              <a:t>    U --&gt; D["Dim. reduction&lt;br/&gt;fewer columns"]</a:t>
            </a:r>
          </a:p>
          <a:p>
            <a:r>
              <a:t>    C --&gt; K["K-means"]</a:t>
            </a:r>
          </a:p>
          <a:p>
            <a:r>
              <a:t>    C --&gt; DB["DBSCAN"]</a:t>
            </a:r>
          </a:p>
          <a:p>
            <a:r>
              <a:t>    D --&gt; P["PCA (compute)"]</a:t>
            </a:r>
          </a:p>
          <a:p>
            <a:r>
              <a:t>    D --&gt; T["t-SNE / UMAP (see)"]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flag analogy — drop K flags, each point pledges to its nearest, flags walk to the centre of their followers, repeat until nobody switches. Then run the Naftali Harris K-means visualiser live (link-only) so they watch it converge.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arithmetic live from the assignment table. Then flip to a bad start (c1=1,c2=2) to show initialisation can trap you in a worse answer — which is why k-means++ and n_init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trap: minimising SSE picks a useless K (one point per cluster, SSE=0). Plot SSE vs. K and take the bend. It's a judgement call — that's why we cross-check with silhouette next.</a:t>
            </a:r>
          </a:p>
          <a:p/>
          <a:p>
            <a:r>
              <a:t>--- Mermaid source 1 (render and place on the diagram box) ---</a:t>
            </a:r>
          </a:p>
          <a:p>
            <a:r>
              <a:t>xychart-beta</a:t>
            </a:r>
          </a:p>
          <a:p>
            <a:r>
              <a:t>    title "SSE vs. K — elbow at K=3"</a:t>
            </a:r>
          </a:p>
          <a:p>
            <a:r>
              <a:t>    x-axis "K" [1, 2, 3, 4, 5, 6]</a:t>
            </a:r>
          </a:p>
          <a:p>
            <a:r>
              <a:t>    y-axis "SSE" 0 --&gt; 100</a:t>
            </a:r>
          </a:p>
          <a:p>
            <a:r>
              <a:t>    line [95, 55, 22, 18, 15, 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opinion on K. Show the demo output: silhouette peaks at K=3 (0.84), agreeing with the elbow. When elbow and silhouette disagree, look at actual cluster members and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limits. It can't tell you how many groups exist; it mangles crescents and rings; an unscaled feature hijacks it. And crucially there's no "none of the above" — every point joins a cluster. That last gap is exactly what DBSCAN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 stance entirely: where is the data dense? Dense = cluster, sparse stragglers = noise. It discovers the number of clusters and, critically, sets aside outliers instead of absorbing them. Run the Naftali Harris DBSCAN visualiser live — drag eps and MinPts.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three types with MinPts=4. Core points are the thick of a cluster; borders are the fringe; noise is what belongs to nothing. Clusters grow outward from cores like ink through blotting paper, so DBSCAN traces arbitrary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demo output. Two wins K-means cannot get: DBSCAN discovered "2" on its own, and set aside outliers as noise rather than corrupting a cluster. Tuning eps: the k-distance "knee" plot — same elbow logic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Clustering relies on distance, and distance dies in high dimensions — every pair becomes roughly equidistant. Fewer, well-chosen dimensions restore meaning, cut compute, denoise, and let you actually plot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pancake intuition: find the two long axes of a flattened tilted cloud, drop the thin one, lose almost nothing. Read how much you kept off the explained-variance ratio; keep enough components to hit your target. Linear, fast, reversible — which powers reconstruction-error anomaly detection later. Optionally show setosa.io PCA (MIT — embeddable)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exist to make a 2-D picture where high-D neighbours stay neighbours. Great for "do we even have clusters?" Standard pipeline: PCA to ~30 dims first, then t-SNE. UMAP is faster, scales better, keeps a little more global structure (per PAIR).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caution in the reduction half. Blob area and gaps between blobs carry almost no information; change perplexity/n_neighbors and the picture changes. A t-SNE plot is a hypothesis generator, not a measurement — confirm with clustering + silhouette. Frame after Distill, "How to Use t-SNE Effectively."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rule of thumb. Read the comparison table across the two axes that matter: what they preserve, and what they're for. PCA reduces to compute and pre-process; t-SNE/UMAP reduce to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pay-off promised in slide 3. Model the abundant normal, flag deviation — catches novel anomalies a supervised model never could, with zero labels. Show the config/incident detector demo output: both detectors surfaced the 5 planted oddballs. Map to the three roles (config drift / novel incident / risky release). Caveat hard: a flag is a hypothesis, not a verdict; "normal" drifts, so re-fit.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decision table is the one artefact to screenshot and keep. Walk the top rows. Close on the honest four: always scale; methods always answer; validate before trusting; keep the human in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Steer toward their own data: what would you cluster? where would a false anomaly alert hurt?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on the slides came from the four SLIDE-SAFE sources. The visualisers and StatQuest are worth their time but were shown live / assigned, never copied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F2A37"/>
                </a:solidFill>
                <a:latin typeface="Segoe UI"/>
              </a:rPr>
              <a:t>Methods II: Unsupervised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703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6B7280"/>
                </a:solidFill>
                <a:latin typeface="Segoe UI"/>
              </a:rPr>
              <a:t>Session 4 of 16  ·  Methods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6B7280"/>
                </a:solidFill>
                <a:latin typeface="Segoe UI"/>
              </a:rPr>
              <a:t>AI Training Series  ·  45 min + 15 min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map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K-means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DBSCAN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PCA &amp; t-SNE/UMAP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Anomaly detection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Q&amp;A. Minute budget mirrors README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Hook: 10,000 configs, no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"Which config pages you at 3 a.m.? You have no labels."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10,000 hosts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nobody labelled "bad"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dangerous one is novel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labels can't exist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Supervised vs. unsupervised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"Unsupervised learning finds structure you didn't know was there."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Supervised: features + answers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Unsupervised: features only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No accuracy score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You skip labelling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You take on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two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"Two moves: group the rows, or shrink the columns."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Clustering → rows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Dim. reduction → columns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K-means / DBSCAN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PCA / t-SNE / UMAP</a:t>
            </a:r>
          </a:p>
        </p:txBody>
      </p:sp>
      <p:sp>
        <p:nvSpPr>
          <p:cNvPr id="5" name="Rounded Rectangle 4" descr="Diagram: The two jobs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Unsupervised (no labels)  →  Clustering group similar rows  →  Dim. reduction fewer columns  →  K-means  →  DBSCAN  →  PCA (compute)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K-means: the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"K-means: place centres, assign, recentre, repeat."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Pick K centroids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assign to nearest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move to the mean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repeat to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 User Guide, BSD-3 (diagram redrawn in-palette).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K-means worked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"One pass splits [1,2,3,10,11,12] into two clean groups."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Start c1=2, c2=11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assign by distance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recentre 2.0 / 11.0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converged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SSE =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scikit-learn, BSD-3.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Choosing K: the elbow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"More clusters always lower SSE — so use the elbow, not the minimum."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SSE = Σ dist-to-centroid²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falls fast then flat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elbow = the bend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here K=3</a:t>
            </a:r>
          </a:p>
        </p:txBody>
      </p:sp>
      <p:sp>
        <p:nvSpPr>
          <p:cNvPr id="5" name="Rounded Rectangle 4" descr="Diagram: Choosing K: the elbow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1, 2, 3, 4, 5, 6  →  95, 55, 22, 18, 15,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scikit-learn, BSD-3.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Choosing K: silhouette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"Silhouette scores fit from −1 to +1 — pick the peak."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 = own-cluster dist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b = nearest-other dist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(b−a)/max(a,b)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+1 good, 0 edge, &lt;0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 silhouette example, BSD-3.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K-means: the three bites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"K-means makes three assumptions that will bite you."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You must pick K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round equal blobs only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scale/outlier sensitive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hard assignment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no "belongs to none."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scikit-learn, BSD-3.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DBSCAN: density, not centres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"DBSCAN finds clusters by density — and it labels the noise."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No K to pick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any shape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two knobs: eps, MinPts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outliers → label −1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 User Guide, BSD-3.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DBSCAN: core, border, noise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"Every point is core, border, or noise."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Core: ≥ MinPts within eps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Border: near a core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Noise: neither → −1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scikit-learn, BSD-3.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DBSCAN separates crescents K-means can't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"Two crescents: K-means slices them; DBSCAN traces them."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make_moons demo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DBSCAN found 2 clusters unasked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isolated 7 noise points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K-means forced them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 DBSCAN example, BSD-3.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Why reduce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"In high dimensions, every point is equally far — distance breaks."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Curse of dimensionality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data goes sparse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distance loses meaning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reduce to restore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PCA: the directions that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"PCA keeps the directions where the data actually varies."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New axes = max variance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drop the thin directions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explained-variance curve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keep e.g. 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setosa.io explained-visually, MIT.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t-SNE / UMAP: to see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"t-SNE and UMAP are for seeing, not measuring."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Non-linear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keep local neighbourhoods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64-D digits → 2-D picture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UMAP faster than t-SNE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 manifold example, BSD-3 / Distill CC-BY 2.0.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t-SNE trap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"A t-SNE plot always looks structured — don't over-read it."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Cluster sizes ✗ meaningless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between-distances ✗ unreliable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shape changes with perplexity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try several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Distill, CC-BY 2.0.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PCA vs t-SNE vs UMAP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"t-SNE to see, PCA to compute."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PCA: linear, fast, reversible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t-SNE/UMAP: non-linear, local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sizes/distances untrustworthy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UMAP scales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 BSD-3 + Distill CC-BY + PAIR Apache-2.0 (composite — attribute all three).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landing: anomaly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"Cluster 'normal.' The point that won't fit is your anomaly."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No labelled 'bad' needed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DBSCAN −1 = anomaly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or K-means distance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or PCA reconstruction error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human verifies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scikit-learn, BSD-3 + original role mapping.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Which technique when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"Pick the method from the question, not the fashion."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Round + known count → K-means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odd/unknown/noise → DBSCAN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too many columns → PCA first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"see it?" → t-SNE/UMAP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Q&amp;A /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2–3 discussion prompts (from exercises/discussion.md).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Resources &amp; credits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scikit-learn (BSD-3)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Distill t-SNE (CC-BY 2.0)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PAIR UMAP (Apache-2.0)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setosa.io PCA (MIT). Live-demo links: Naftali Harris K-means/DBSCAN, StatQuest, r2d3 (link-only)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4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full attributions from resources/sources.md. --- Deck-builder checklist for this session: figures for sli…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